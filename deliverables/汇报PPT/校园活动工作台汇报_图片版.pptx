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73c819c3304d0d" /><Relationship Type="http://schemas.openxmlformats.org/officeDocument/2006/relationships/extended-properties" Target="/docProps/app.xml" Id="R753c13abc14842bf" /><Relationship Type="http://schemas.openxmlformats.org/officeDocument/2006/relationships/officeDocument" Target="/ppt/presentation.xml" Id="Rabb0da3567614e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bdabf95b6c45fa"/>
  </p:sldMasterIdLst>
  <p:notesMasterIdLst>
    <p:notesMasterId xmlns:r="http://schemas.openxmlformats.org/officeDocument/2006/relationships" r:id="Rf11a6ca8276945be"/>
  </p:notesMasterIdLst>
  <p:sldIdLst>
    <p:sldId xmlns:r="http://schemas.openxmlformats.org/officeDocument/2006/relationships" id="256" r:id="Rc986b96481324307"/>
    <p:sldId xmlns:r="http://schemas.openxmlformats.org/officeDocument/2006/relationships" id="257" r:id="R7b44a29569e24a9e"/>
    <p:sldId xmlns:r="http://schemas.openxmlformats.org/officeDocument/2006/relationships" id="258" r:id="R2afc6871b2594e54"/>
    <p:sldId xmlns:r="http://schemas.openxmlformats.org/officeDocument/2006/relationships" id="259" r:id="Rbe70e6c056174ffe"/>
    <p:sldId xmlns:r="http://schemas.openxmlformats.org/officeDocument/2006/relationships" id="260" r:id="R7df349e5dbea4afb"/>
    <p:sldId xmlns:r="http://schemas.openxmlformats.org/officeDocument/2006/relationships" id="261" r:id="R4ffa70cdf45a4a75"/>
    <p:sldId xmlns:r="http://schemas.openxmlformats.org/officeDocument/2006/relationships" id="262" r:id="R5a95163b46ec494b"/>
    <p:sldId xmlns:r="http://schemas.openxmlformats.org/officeDocument/2006/relationships" id="263" r:id="R654dad6d89b64b80"/>
    <p:sldId xmlns:r="http://schemas.openxmlformats.org/officeDocument/2006/relationships" id="264" r:id="R342895a4c85347ed"/>
    <p:sldId xmlns:r="http://schemas.openxmlformats.org/officeDocument/2006/relationships" id="265" r:id="Rb1ac3000a7864abf"/>
    <p:sldId xmlns:r="http://schemas.openxmlformats.org/officeDocument/2006/relationships" id="266" r:id="R2c54c0a30499406a"/>
    <p:sldId xmlns:r="http://schemas.openxmlformats.org/officeDocument/2006/relationships" id="267" r:id="Rb4b3ce8b4a304576"/>
    <p:sldId xmlns:r="http://schemas.openxmlformats.org/officeDocument/2006/relationships" id="268" r:id="R0c9a0234dbc74e8b"/>
    <p:sldId xmlns:r="http://schemas.openxmlformats.org/officeDocument/2006/relationships" id="269" r:id="R3d5f8130f98244ad"/>
    <p:sldId xmlns:r="http://schemas.openxmlformats.org/officeDocument/2006/relationships" id="270" r:id="R68764598ab13493c"/>
    <p:sldId xmlns:r="http://schemas.openxmlformats.org/officeDocument/2006/relationships" id="271" r:id="R40ed297c1cca452f"/>
    <p:sldId xmlns:r="http://schemas.openxmlformats.org/officeDocument/2006/relationships" id="272" r:id="R1fa4a60d9f8c43a4"/>
  </p:sldIdLst>
  <p:sldSz cx="15240000" cy="8574024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9edb7ee8e54233" /><Relationship Type="http://schemas.openxmlformats.org/officeDocument/2006/relationships/slideMaster" Target="/ppt/slideMasters/slideMaster1.xml" Id="R8ebdabf95b6c45fa" /><Relationship Type="http://schemas.openxmlformats.org/officeDocument/2006/relationships/notesMaster" Target="/ppt/notesMasters/notesMaster1.xml" Id="Rf11a6ca8276945be" /><Relationship Type="http://schemas.openxmlformats.org/officeDocument/2006/relationships/presProps" Target="/ppt/presProps.xml" Id="R43b8a9b1ab334c1d" /><Relationship Type="http://schemas.openxmlformats.org/officeDocument/2006/relationships/tableStyles" Target="/ppt/tableStyles.xml" Id="Rb820cd157c8840cb" /><Relationship Type="http://schemas.openxmlformats.org/officeDocument/2006/relationships/slide" Target="/ppt/slides/slide1.xml" Id="Rc986b96481324307" /><Relationship Type="http://schemas.openxmlformats.org/officeDocument/2006/relationships/slide" Target="/ppt/slides/slide2.xml" Id="R7b44a29569e24a9e" /><Relationship Type="http://schemas.openxmlformats.org/officeDocument/2006/relationships/slide" Target="/ppt/slides/slide3.xml" Id="R2afc6871b2594e54" /><Relationship Type="http://schemas.openxmlformats.org/officeDocument/2006/relationships/slide" Target="/ppt/slides/slide4.xml" Id="Rbe70e6c056174ffe" /><Relationship Type="http://schemas.openxmlformats.org/officeDocument/2006/relationships/slide" Target="/ppt/slides/slide5.xml" Id="R7df349e5dbea4afb" /><Relationship Type="http://schemas.openxmlformats.org/officeDocument/2006/relationships/slide" Target="/ppt/slides/slide6.xml" Id="R4ffa70cdf45a4a75" /><Relationship Type="http://schemas.openxmlformats.org/officeDocument/2006/relationships/slide" Target="/ppt/slides/slide7.xml" Id="R5a95163b46ec494b" /><Relationship Type="http://schemas.openxmlformats.org/officeDocument/2006/relationships/slide" Target="/ppt/slides/slide8.xml" Id="R654dad6d89b64b80" /><Relationship Type="http://schemas.openxmlformats.org/officeDocument/2006/relationships/slide" Target="/ppt/slides/slide9.xml" Id="R342895a4c85347ed" /><Relationship Type="http://schemas.openxmlformats.org/officeDocument/2006/relationships/slide" Target="/ppt/slides/slide10.xml" Id="Rb1ac3000a7864abf" /><Relationship Type="http://schemas.openxmlformats.org/officeDocument/2006/relationships/slide" Target="/ppt/slides/slide11.xml" Id="R2c54c0a30499406a" /><Relationship Type="http://schemas.openxmlformats.org/officeDocument/2006/relationships/slide" Target="/ppt/slides/slide12.xml" Id="Rb4b3ce8b4a304576" /><Relationship Type="http://schemas.openxmlformats.org/officeDocument/2006/relationships/slide" Target="/ppt/slides/slide13.xml" Id="R0c9a0234dbc74e8b" /><Relationship Type="http://schemas.openxmlformats.org/officeDocument/2006/relationships/slide" Target="/ppt/slides/slide14.xml" Id="R3d5f8130f98244ad" /><Relationship Type="http://schemas.openxmlformats.org/officeDocument/2006/relationships/slide" Target="/ppt/slides/slide15.xml" Id="R68764598ab13493c" /><Relationship Type="http://schemas.openxmlformats.org/officeDocument/2006/relationships/slide" Target="/ppt/slides/slide16.xml" Id="R40ed297c1cca452f" /><Relationship Type="http://schemas.openxmlformats.org/officeDocument/2006/relationships/slide" Target="/ppt/slides/slide17.xml" Id="R1fa4a60d9f8c43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6ee45cacf84c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68f2c412e5470b" /><Relationship Type="http://schemas.openxmlformats.org/officeDocument/2006/relationships/notesMaster" Target="/ppt/notesMasters/notesMaster1.xml" Id="R2cd8c9b493c243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0f134410124163" /><Relationship Type="http://schemas.openxmlformats.org/officeDocument/2006/relationships/notesMaster" Target="/ppt/notesMasters/notesMaster1.xml" Id="R0963287f181e4f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93544db3924598" /><Relationship Type="http://schemas.openxmlformats.org/officeDocument/2006/relationships/notesMaster" Target="/ppt/notesMasters/notesMaster1.xml" Id="Rb74df9134beb42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e689e7dd6f405f" /><Relationship Type="http://schemas.openxmlformats.org/officeDocument/2006/relationships/notesMaster" Target="/ppt/notesMasters/notesMaster1.xml" Id="Rc5640d192bd444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be4f6164d74979" /><Relationship Type="http://schemas.openxmlformats.org/officeDocument/2006/relationships/notesMaster" Target="/ppt/notesMasters/notesMaster1.xml" Id="Rf4d7bcee1b0342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611c1eae3a46c1" /><Relationship Type="http://schemas.openxmlformats.org/officeDocument/2006/relationships/notesMaster" Target="/ppt/notesMasters/notesMaster1.xml" Id="Re32aa0c8e94b44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785891d3444f51" /><Relationship Type="http://schemas.openxmlformats.org/officeDocument/2006/relationships/notesMaster" Target="/ppt/notesMasters/notesMaster1.xml" Id="R35870ed1541042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593c973c5c4031" /><Relationship Type="http://schemas.openxmlformats.org/officeDocument/2006/relationships/notesMaster" Target="/ppt/notesMasters/notesMaster1.xml" Id="Rbf850e641a6d4d6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085e4531424454" /><Relationship Type="http://schemas.openxmlformats.org/officeDocument/2006/relationships/notesMaster" Target="/ppt/notesMasters/notesMaster1.xml" Id="R7851ce941ba7458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8bc049eb764a7c" /><Relationship Type="http://schemas.openxmlformats.org/officeDocument/2006/relationships/notesMaster" Target="/ppt/notesMasters/notesMaster1.xml" Id="R2fca9c7bfe574b2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24889b930584fff" /><Relationship Type="http://schemas.openxmlformats.org/officeDocument/2006/relationships/notesMaster" Target="/ppt/notesMasters/notesMaster1.xml" Id="R093427af58ea42c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93c5177d596403c" /><Relationship Type="http://schemas.openxmlformats.org/officeDocument/2006/relationships/notesMaster" Target="/ppt/notesMasters/notesMaster1.xml" Id="R5dd83ebae0db410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dc08301f0b34dec" /><Relationship Type="http://schemas.openxmlformats.org/officeDocument/2006/relationships/notesMaster" Target="/ppt/notesMasters/notesMaster1.xml" Id="R64765f4d15c74a7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afc920e72264922" /><Relationship Type="http://schemas.openxmlformats.org/officeDocument/2006/relationships/notesMaster" Target="/ppt/notesMasters/notesMaster1.xml" Id="Rdfcf0b339b2a450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0f9c8c06a9a4262" /><Relationship Type="http://schemas.openxmlformats.org/officeDocument/2006/relationships/notesMaster" Target="/ppt/notesMasters/notesMaster1.xml" Id="R1bc19f4ccbd64ff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ff298a472d74775" /><Relationship Type="http://schemas.openxmlformats.org/officeDocument/2006/relationships/notesMaster" Target="/ppt/notesMasters/notesMaster1.xml" Id="R33a2926c6dd9482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60d857794774361" /><Relationship Type="http://schemas.openxmlformats.org/officeDocument/2006/relationships/notesMaster" Target="/ppt/notesMasters/notesMaster1.xml" Id="Ra0e07727289042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大家好，我们小组制作的是校园活动策划与管控工作台。下面沿着一场活动的组织过程，介绍它能完成哪些工作。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组织校园活动时，计划、人员和材料需要不断协调。比如场地调整，就会影响宣传、设备和应急安排。我们希望用同一个工作台，让信息保持一致，也让责任和交付衔接起来。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汇报分为四部分：背景与设计、核心功能、风险与交付，以及结构化方法和运行验证。先看整体功能，再按使用顺序展开。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工作台以项目为中心，连接任务、人员资源、AI材料、报名考勤、风险和成果。组织者统筹项目，成员完成任务，参与者通过手机填写，各自的操作在同一个活动中关联。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活动分为策划、筹备、执行和收尾四阶段。每阶段都对应操作和材料，协作与风险管理贯穿全过程，最后还能归档复用。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登录后先进入个人项目库，可以新建、导入或复制活动。进入项目后，日期、场地、人数和预算集中维护，后续任务和材料沿用这些信息。策划时还可以比较不同方案，保留评分和选择理由。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任务页把计划落实为负责人、期限、前置依赖和交付成果。成员按权限协作，任务从未开始推进到已验收。共享保存会检查版本，发生冲突时保留草稿，让执行和交接都有明确依据。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组织者可以为多人安排独立班次，系统检查时间冲突、技能要求和资源占用。资源台账统一核对库存与需求。图中提示麦克风和运输车辆不足，缺口没有解决前，系统会阻止整组安排保存。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材料模块支持二十一类产出，覆盖策划书、预算、通知、执行手册和复盘决算等。文字使用DeepSeek，海报使用GPT-image2。这里展示已有策划书和实际生成的宣传海报。生成后可以在线修改、补齐表格，再由使用者核对事实，确认交付版本，导出Word、Excel或Markdown文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库保存参考内容和来源，由使用者选择哪些进入AI输入。卡片工作流关联项目事实、资料和上游结果，例如先统一活动安排，再生成参与者通知和岗位简报。提示词明确目标、依据和输出要求，使材料保持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进入现场环节，参与者可以通过链接或二维码在手机上报名，提交的信息汇总到项目。工作人员则在个人任务页查看班次，接受安排、签到签退，并填写执行报告。两类人员分别管理，组织者可以核对到场和执行情况。现场记录还会进入后续交付与复盘，让安排和实际行动对应起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风险台账用可能性乘影响评分，并配套预防、响应和升级措施。以户外活动遇到恶劣天气为例，评分十六，属于高风险。预案需要落实备用场地、决策时间、通知和转场责任。工作台还支持场景演练，逐步记录行动，结束后把结论写回风险台账，使预案能够根据检查结果修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任务完成后，责任人提交已确认的材料版本，组织者验收或退回。后续编辑会保留历史验收依据。收尾时继续核对费用与物资，形成决算、复盘和归档文件，再导出项目包，为下一场活动复用。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结构化方法落实在实际操作中：SPIN明确需求，MECE和逻辑树分解任务，5W2H补齐责任与资源。ALIGN和RTGO规定AI的依据与输出，PDCA让验收、演练和修订进入下一轮。右侧方案比选也使用统一维度和权重。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同设备通过可达地址和邀请权限协作。离线回归覆盖三十八个模块、一千零四十四项断言，全部通过。分工上，张敬宇负责整体设计与功能制作；刘秋彤负责界面交互、功能完善和展示材料整合，两人共同完成报告与PPT。王梓安负责测试，胡辰凯负责流程、风险预案和材料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我们的工作台覆盖全周期，形成过程材料，并配套分级应急预案。AI辅助生成，使用者负责判断、修订和验收。谢谢大家。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这一页按功能和活动阶段列出操作空间与产出类型，可以在提问时查阅。二十一类指支持的材料类型，项目可按需启用，也能增加自定义产出。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a4fe56f220485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6ba8ff6fb3424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db2e87775a4a1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2f6d0c215a412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32e01d76714ea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9cf817a2794e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90B12C9-A401-44C8-9D62-93A1F3BDA3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9076"/>
            <a:ext cx="12192000" cy="1238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ED3465C-820E-4313-A915-EE9ED591765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5713"/>
            <a:ext cx="10668000" cy="952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34F7FF8-41FC-436A-9F24-4742132F5B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2510"/>
            <a:ext cx="12192000" cy="1429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32C8CF-FED7-40AE-BBA5-C6D4FEFF98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869"/>
            <a:ext cx="13525500" cy="1047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1E928C9-F6BF-44C7-9052-06D29526E6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673"/>
            <a:ext cx="13525500" cy="5334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98709D6-BF2F-459F-B149-198527B7F9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869"/>
            <a:ext cx="13525500" cy="1047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9E1205F-7840-492A-8992-243D27516D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673"/>
            <a:ext cx="6286500" cy="5334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841FB63-B13D-4E2D-9ABE-E521C75E1D7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673"/>
            <a:ext cx="6286500" cy="5334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3C7F3F-1E49-4319-AA82-5DEFEE170D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869"/>
            <a:ext cx="13525500" cy="1047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7B8529E-7B53-49A9-848B-2A90CA5C32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673"/>
            <a:ext cx="6286500" cy="5334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112ee9908c49d2" /><Relationship Type="http://schemas.openxmlformats.org/officeDocument/2006/relationships/slideLayout" Target="/ppt/slideLayouts/slideLayout1.xml" Id="R8d2690f41b114058" /><Relationship Type="http://schemas.openxmlformats.org/officeDocument/2006/relationships/slideLayout" Target="/ppt/slideLayouts/slideLayout2.xml" Id="R600a5e0636334747" /><Relationship Type="http://schemas.openxmlformats.org/officeDocument/2006/relationships/slideLayout" Target="/ppt/slideLayouts/slideLayout3.xml" Id="Re5d188df8b944c77" /><Relationship Type="http://schemas.openxmlformats.org/officeDocument/2006/relationships/slideLayout" Target="/ppt/slideLayouts/slideLayout4.xml" Id="Rb0d019c517c045f2" /><Relationship Type="http://schemas.openxmlformats.org/officeDocument/2006/relationships/slideLayout" Target="/ppt/slideLayouts/slideLayout5.xml" Id="R2ee569f9e5d7424d" /><Relationship Type="http://schemas.openxmlformats.org/officeDocument/2006/relationships/slideLayout" Target="/ppt/slideLayouts/slideLayout6.xml" Id="R379e2813482e4a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2690f41b114058"/>
    <p:sldLayoutId xmlns:r="http://schemas.openxmlformats.org/officeDocument/2006/relationships" id="2147483650" r:id="R600a5e0636334747"/>
    <p:sldLayoutId xmlns:r="http://schemas.openxmlformats.org/officeDocument/2006/relationships" id="2147483651" r:id="Re5d188df8b944c77"/>
    <p:sldLayoutId xmlns:r="http://schemas.openxmlformats.org/officeDocument/2006/relationships" id="2147483652" r:id="Rb0d019c517c045f2"/>
    <p:sldLayoutId xmlns:r="http://schemas.openxmlformats.org/officeDocument/2006/relationships" id="2147483653" r:id="R2ee569f9e5d7424d"/>
    <p:sldLayoutId xmlns:r="http://schemas.openxmlformats.org/officeDocument/2006/relationships" id="2147483654" r:id="R379e2813482e4a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5c725530d7498c" /><Relationship Type="http://schemas.openxmlformats.org/officeDocument/2006/relationships/image" Target="/ppt/media/image.png" Id="R306358da1fc94df4" /><Relationship Type="http://schemas.openxmlformats.org/officeDocument/2006/relationships/notesSlide" Target="/ppt/notesSlides/notesSlide1.xml" Id="R009660afb58a42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06bc16494d4fd6" /><Relationship Type="http://schemas.openxmlformats.org/officeDocument/2006/relationships/image" Target="/ppt/media/image2.png" Id="R68b560b26beb4a05" /><Relationship Type="http://schemas.openxmlformats.org/officeDocument/2006/relationships/notesSlide" Target="/ppt/notesSlides/notesSlide2.xml" Id="R7cd08ef10faf49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78490fd9a64223" /><Relationship Type="http://schemas.openxmlformats.org/officeDocument/2006/relationships/image" Target="/ppt/media/image3.png" Id="R574484462c014cab" /><Relationship Type="http://schemas.openxmlformats.org/officeDocument/2006/relationships/notesSlide" Target="/ppt/notesSlides/notesSlide3.xml" Id="R8ee747914d3f44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da31bdbd414fab" /><Relationship Type="http://schemas.openxmlformats.org/officeDocument/2006/relationships/image" Target="/ppt/media/image4.png" Id="R9f028330148746a5" /><Relationship Type="http://schemas.openxmlformats.org/officeDocument/2006/relationships/notesSlide" Target="/ppt/notesSlides/notesSlide4.xml" Id="Rd912d908feeb45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d2291a048a4cf8" /><Relationship Type="http://schemas.openxmlformats.org/officeDocument/2006/relationships/image" Target="/ppt/media/image5.png" Id="Rfbe1697bfe4b4370" /><Relationship Type="http://schemas.openxmlformats.org/officeDocument/2006/relationships/notesSlide" Target="/ppt/notesSlides/notesSlide5.xml" Id="R7bf3e6f3f76946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7438c9968f415c" /><Relationship Type="http://schemas.openxmlformats.org/officeDocument/2006/relationships/image" Target="/ppt/media/image6.png" Id="R96af8b04e9724aaa" /><Relationship Type="http://schemas.openxmlformats.org/officeDocument/2006/relationships/notesSlide" Target="/ppt/notesSlides/notesSlide6.xml" Id="R341dea489ff540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66daa6f2994269" /><Relationship Type="http://schemas.openxmlformats.org/officeDocument/2006/relationships/image" Target="/ppt/media/image7.png" Id="Ra972bd706f7d41b4" /><Relationship Type="http://schemas.openxmlformats.org/officeDocument/2006/relationships/notesSlide" Target="/ppt/notesSlides/notesSlide7.xml" Id="R154bfbf6855940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200577f274445c" /><Relationship Type="http://schemas.openxmlformats.org/officeDocument/2006/relationships/image" Target="/ppt/media/image8.png" Id="R894a8f979ee74acb" /><Relationship Type="http://schemas.openxmlformats.org/officeDocument/2006/relationships/notesSlide" Target="/ppt/notesSlides/notesSlide8.xml" Id="R7db03cd0cbed4b1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70ce0b9f7a430a" /><Relationship Type="http://schemas.openxmlformats.org/officeDocument/2006/relationships/image" Target="/ppt/media/image9.png" Id="Rffdd2aa668034817" /><Relationship Type="http://schemas.openxmlformats.org/officeDocument/2006/relationships/notesSlide" Target="/ppt/notesSlides/notesSlide9.xml" Id="Rce212d0954b24f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5433e047ea46f1" /><Relationship Type="http://schemas.openxmlformats.org/officeDocument/2006/relationships/image" Target="/ppt/media/image10.png" Id="R971b1f71ecbc4ba9" /><Relationship Type="http://schemas.openxmlformats.org/officeDocument/2006/relationships/notesSlide" Target="/ppt/notesSlides/notesSlide10.xml" Id="Rf1a82552a6b94dc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fc4fa2ee794d74" /><Relationship Type="http://schemas.openxmlformats.org/officeDocument/2006/relationships/image" Target="/ppt/media/image11.png" Id="R58d26c25ec534457" /><Relationship Type="http://schemas.openxmlformats.org/officeDocument/2006/relationships/notesSlide" Target="/ppt/notesSlides/notesSlide11.xml" Id="R0bf54bc191f94cc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3159bb89f0483e" /><Relationship Type="http://schemas.openxmlformats.org/officeDocument/2006/relationships/image" Target="/ppt/media/image12.png" Id="R1b6aa353782f49f9" /><Relationship Type="http://schemas.openxmlformats.org/officeDocument/2006/relationships/notesSlide" Target="/ppt/notesSlides/notesSlide12.xml" Id="R0da4098e92c043e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d21c98987940e8" /><Relationship Type="http://schemas.openxmlformats.org/officeDocument/2006/relationships/image" Target="/ppt/media/image13.png" Id="R70e291b2b4ae49f7" /><Relationship Type="http://schemas.openxmlformats.org/officeDocument/2006/relationships/notesSlide" Target="/ppt/notesSlides/notesSlide13.xml" Id="Ra7136f017298496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de7d81edea425e" /><Relationship Type="http://schemas.openxmlformats.org/officeDocument/2006/relationships/image" Target="/ppt/media/image14.png" Id="Rbe746a9566414e95" /><Relationship Type="http://schemas.openxmlformats.org/officeDocument/2006/relationships/notesSlide" Target="/ppt/notesSlides/notesSlide14.xml" Id="Rcb3bbf44004f47f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c0e4c389a04def" /><Relationship Type="http://schemas.openxmlformats.org/officeDocument/2006/relationships/image" Target="/ppt/media/image15.png" Id="R1c268e9985384032" /><Relationship Type="http://schemas.openxmlformats.org/officeDocument/2006/relationships/notesSlide" Target="/ppt/notesSlides/notesSlide15.xml" Id="R7090f64d843f4e4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e6f6e1bc1945ae" /><Relationship Type="http://schemas.openxmlformats.org/officeDocument/2006/relationships/image" Target="/ppt/media/image16.png" Id="R1e7bc0c0332c47dd" /><Relationship Type="http://schemas.openxmlformats.org/officeDocument/2006/relationships/notesSlide" Target="/ppt/notesSlides/notesSlide16.xml" Id="Rb90a3334b0e14ac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95da17aec5429a" /><Relationship Type="http://schemas.openxmlformats.org/officeDocument/2006/relationships/image" Target="/ppt/media/image17.png" Id="R88f6019365fb4ee2" /><Relationship Type="http://schemas.openxmlformats.org/officeDocument/2006/relationships/notesSlide" Target="/ppt/notesSlides/notesSlide17.xml" Id="Rbc6bbce08cd74fa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F9928-221E-460B-A685-D0F017CE34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6358da1fc94df4"/>
          <a:stretch xmlns:a="http://schemas.openxmlformats.org/drawingml/2006/main"/>
        </p:blipFill>
        <p:spPr>
          <a:xfrm xmlns:a="http://schemas.openxmlformats.org/drawingml/2006/main">
            <a:off x="2877" y="0"/>
            <a:ext cx="15234246" cy="85740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15850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73A1E3-DA5A-47B9-8097-B7D641E156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b560b26beb4a05"/>
          <a:stretch xmlns:a="http://schemas.openxmlformats.org/drawingml/2006/main"/>
        </p:blipFill>
        <p:spPr>
          <a:xfrm xmlns:a="http://schemas.openxmlformats.org/drawingml/2006/main">
            <a:off x="2877" y="0"/>
            <a:ext cx="15234246" cy="85740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47193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7EF11-ACC3-42EB-9FE8-D665385574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4484462c014cab"/>
          <a:stretch xmlns:a="http://schemas.openxmlformats.org/drawingml/2006/main"/>
        </p:blipFill>
        <p:spPr>
          <a:xfrm xmlns:a="http://schemas.openxmlformats.org/drawingml/2006/main">
            <a:off x="2877" y="0"/>
            <a:ext cx="15234246" cy="85740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94591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0FF592-4CC1-40F0-A51C-A4ABF836B3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028330148746a5"/>
          <a:stretch xmlns:a="http://schemas.openxmlformats.org/drawingml/2006/main"/>
        </p:blipFill>
        <p:spPr>
          <a:xfrm xmlns:a="http://schemas.openxmlformats.org/drawingml/2006/main">
            <a:off x="2877" y="0"/>
            <a:ext cx="15234246" cy="85740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12832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66DB1B-A970-4ADE-AF01-7E8526A231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e1697bfe4b4370"/>
          <a:stretch xmlns:a="http://schemas.openxmlformats.org/drawingml/2006/main"/>
        </p:blipFill>
        <p:spPr>
          <a:xfrm xmlns:a="http://schemas.openxmlformats.org/drawingml/2006/main">
            <a:off x="2877" y="0"/>
            <a:ext cx="15234246" cy="85740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0952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7068B5-D24A-4B31-AAE2-69AF615246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af8b04e9724aaa"/>
          <a:stretch xmlns:a="http://schemas.openxmlformats.org/drawingml/2006/main"/>
        </p:blipFill>
        <p:spPr>
          <a:xfrm xmlns:a="http://schemas.openxmlformats.org/drawingml/2006/main">
            <a:off x="2877" y="0"/>
            <a:ext cx="15234246" cy="85740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85074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43EC62-9034-4BEA-9FA0-CD3BF5A57D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72bd706f7d41b4"/>
          <a:stretch xmlns:a="http://schemas.openxmlformats.org/drawingml/2006/main"/>
        </p:blipFill>
        <p:spPr>
          <a:xfrm xmlns:a="http://schemas.openxmlformats.org/drawingml/2006/main">
            <a:off x="2877" y="0"/>
            <a:ext cx="15234246" cy="85740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7834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F98557-B270-492C-BB9F-23CCCF7277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4a8f979ee74acb"/>
          <a:stretch xmlns:a="http://schemas.openxmlformats.org/drawingml/2006/main"/>
        </p:blipFill>
        <p:spPr>
          <a:xfrm xmlns:a="http://schemas.openxmlformats.org/drawingml/2006/main">
            <a:off x="2877" y="0"/>
            <a:ext cx="15234246" cy="85740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2602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5F7A70-8F82-4C2E-A85E-980D4EEF2D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dd2aa668034817"/>
          <a:stretch xmlns:a="http://schemas.openxmlformats.org/drawingml/2006/main"/>
        </p:blipFill>
        <p:spPr>
          <a:xfrm xmlns:a="http://schemas.openxmlformats.org/drawingml/2006/main">
            <a:off x="2877" y="0"/>
            <a:ext cx="15234246" cy="85740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91609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07477B-BADF-4E3A-BF7E-FB9DCB8C90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1b1f71ecbc4ba9"/>
          <a:stretch xmlns:a="http://schemas.openxmlformats.org/drawingml/2006/main"/>
        </p:blipFill>
        <p:spPr>
          <a:xfrm xmlns:a="http://schemas.openxmlformats.org/drawingml/2006/main">
            <a:off x="2877" y="0"/>
            <a:ext cx="15234246" cy="85740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2201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F0F34E-B9C7-45A8-B9CC-3D1D952484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d26c25ec534457"/>
          <a:stretch xmlns:a="http://schemas.openxmlformats.org/drawingml/2006/main"/>
        </p:blipFill>
        <p:spPr>
          <a:xfrm xmlns:a="http://schemas.openxmlformats.org/drawingml/2006/main">
            <a:off x="2877" y="0"/>
            <a:ext cx="15234246" cy="85740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27786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B51CF3-3396-42C0-BB71-641CA6198D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6aa353782f49f9"/>
          <a:stretch xmlns:a="http://schemas.openxmlformats.org/drawingml/2006/main"/>
        </p:blipFill>
        <p:spPr>
          <a:xfrm xmlns:a="http://schemas.openxmlformats.org/drawingml/2006/main">
            <a:off x="2877" y="0"/>
            <a:ext cx="15234246" cy="85740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00604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8226A-FF57-4EB8-A0F2-D22CF6368B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e291b2b4ae49f7"/>
          <a:stretch xmlns:a="http://schemas.openxmlformats.org/drawingml/2006/main"/>
        </p:blipFill>
        <p:spPr>
          <a:xfrm xmlns:a="http://schemas.openxmlformats.org/drawingml/2006/main">
            <a:off x="2877" y="0"/>
            <a:ext cx="15234246" cy="85740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59941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410401-E1CE-4BD3-A10D-D57B91E4E0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746a9566414e95"/>
          <a:stretch xmlns:a="http://schemas.openxmlformats.org/drawingml/2006/main"/>
        </p:blipFill>
        <p:spPr>
          <a:xfrm xmlns:a="http://schemas.openxmlformats.org/drawingml/2006/main">
            <a:off x="2877" y="0"/>
            <a:ext cx="15234246" cy="85740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65889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5F845A-5B06-4A33-95CC-DB83A2DB5A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268e9985384032"/>
          <a:stretch xmlns:a="http://schemas.openxmlformats.org/drawingml/2006/main"/>
        </p:blipFill>
        <p:spPr>
          <a:xfrm xmlns:a="http://schemas.openxmlformats.org/drawingml/2006/main">
            <a:off x="2877" y="0"/>
            <a:ext cx="15234246" cy="85740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19708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70EB67-B8F1-44D4-8DFA-E385CF49D9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7bc0c0332c47dd"/>
          <a:stretch xmlns:a="http://schemas.openxmlformats.org/drawingml/2006/main"/>
        </p:blipFill>
        <p:spPr>
          <a:xfrm xmlns:a="http://schemas.openxmlformats.org/drawingml/2006/main">
            <a:off x="2877" y="0"/>
            <a:ext cx="15234246" cy="85740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25590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A30629-1A79-4325-B813-1D1730B0BE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f6019365fb4ee2"/>
          <a:stretch xmlns:a="http://schemas.openxmlformats.org/drawingml/2006/main"/>
        </p:blipFill>
        <p:spPr>
          <a:xfrm xmlns:a="http://schemas.openxmlformats.org/drawingml/2006/main">
            <a:off x="2877" y="0"/>
            <a:ext cx="15234246" cy="85740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3324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2026-10-11T15:49:26.9780000Z</dcterms:created>
  <dcterms:modified xsi:type="dcterms:W3CDTF">2026-10-11T15:49:26.9780000Z</dcterms:modified>
</coreProperties>
</file>